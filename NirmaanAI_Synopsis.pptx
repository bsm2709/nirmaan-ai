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1704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AI-Based Delay Prediction and Transparency System for Public Project Management (Nirmaan.ai)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1704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Acharya Institute of Technology — Dept. of CSE | AY 2024–2025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1704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Project Group No: __________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Team Members:</a:t>
            </a:r>
          </a:p>
          <a:p>
            <a:pPr>
              <a:defRPr sz="1400"/>
            </a:pPr>
            <a:r>
              <a:t>1. 1AY22CS040 — BASANAGOUDA METI</a:t>
            </a:r>
          </a:p>
          <a:p>
            <a:pPr>
              <a:defRPr sz="1400"/>
            </a:pPr>
            <a:r>
              <a:t>2. 1AY23CS402 — CHANDRASHEKARA SHIVACHARYA V M</a:t>
            </a:r>
          </a:p>
          <a:p>
            <a:pPr>
              <a:defRPr sz="1400"/>
            </a:pPr>
            <a:r>
              <a:t>3. 1AY22CS050 — CHINMAY K G</a:t>
            </a:r>
          </a:p>
          <a:p>
            <a:pPr>
              <a:defRPr sz="1400"/>
            </a:pPr>
            <a:r>
              <a:t>4. 1AY22CS013 — ADITYA S 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Project Guide: SUPREETHA H H (Assistant Professor)</a:t>
            </a:r>
          </a:p>
          <a:p>
            <a:pPr>
              <a:defRPr sz="1400"/>
            </a:pPr>
            <a:r>
              <a:t>Date of Submission: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Introduction</a:t>
            </a:r>
          </a:p>
          <a:p>
            <a:pPr/>
            <a:r>
              <a:t>2. Literature Survey</a:t>
            </a:r>
          </a:p>
          <a:p>
            <a:pPr/>
            <a:r>
              <a:t>3. Problem Statement and Objectives</a:t>
            </a:r>
          </a:p>
          <a:p>
            <a:pPr/>
            <a:r>
              <a:t>4. Proposed Methodology</a:t>
            </a:r>
          </a:p>
          <a:p>
            <a:pPr/>
            <a:r>
              <a:t>5. Deliverables and Impact</a:t>
            </a:r>
          </a:p>
          <a:p>
            <a:pPr/>
            <a:r>
              <a:t>6. Group Responsibilities</a:t>
            </a:r>
          </a:p>
          <a:p>
            <a:pPr/>
            <a:r>
              <a:t>7. Gantt Chart</a:t>
            </a:r>
          </a:p>
          <a:p>
            <a:pPr/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Public projects in India often face delays, overruns and opacity</a:t>
            </a:r>
          </a:p>
          <a:p>
            <a:pPr/>
            <a:r>
              <a:t>Nirmaan.ai provides transparent monitoring with role-based access</a:t>
            </a:r>
          </a:p>
          <a:p>
            <a:pPr/>
            <a:r>
              <a:t>ML-driven delay prediction + real-time dashboards + citizen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Literature Survey (Highlights)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IoT + ML for risk analysis (IEEE 2020)</a:t>
            </a:r>
          </a:p>
          <a:p>
            <a:pPr>
              <a:defRPr sz="1600"/>
            </a:pPr>
            <a:r>
              <a:t>• GPS/Web dashboards (IJERT 2019)</a:t>
            </a:r>
          </a:p>
          <a:p>
            <a:pPr>
              <a:defRPr sz="1600"/>
            </a:pPr>
            <a:r>
              <a:t>• ML delay prediction (Springer 2021)</a:t>
            </a:r>
          </a:p>
          <a:p>
            <a:pPr>
              <a:defRPr sz="1600"/>
            </a:pPr>
            <a:r>
              <a:t>• Blockchain transparency (Elsevier 2022)</a:t>
            </a:r>
          </a:p>
          <a:p>
            <a:pPr>
              <a:defRPr sz="1600"/>
            </a:pPr>
            <a:r>
              <a:t>• Smart city dashboards (ACM 2018)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Gaps: limited transparency, no public access</a:t>
            </a:r>
          </a:p>
          <a:p>
            <a:pPr>
              <a:defRPr sz="1600"/>
            </a:pPr>
            <a:r>
              <a:t>• Missing live project integration</a:t>
            </a:r>
          </a:p>
          <a:p>
            <a:pPr>
              <a:defRPr sz="1600"/>
            </a:pPr>
            <a:r>
              <a:t>• High cost/complexity for citizens</a:t>
            </a:r>
          </a:p>
          <a:p>
            <a:pPr>
              <a:defRPr sz="1600"/>
            </a:pPr>
            <a:r>
              <a:t>• Nirmaan.ai: modular, public-facing, predictive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Delays, budget overruns, poor monitoring and limited transparency</a:t>
            </a:r>
          </a:p>
          <a:p>
            <a:pPr/>
            <a:r>
              <a:t>Lack of real-time oversight and public engagement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Real-time tracking and geo-tagged map views</a:t>
            </a:r>
          </a:p>
          <a:p>
            <a:pPr/>
            <a:r>
              <a:t>ML-based delay risk prediction (≥85% accuracy on train set)</a:t>
            </a:r>
          </a:p>
          <a:p>
            <a:pPr/>
            <a:r>
              <a:t>Role-based dashboards (admin/official/citizen)</a:t>
            </a:r>
          </a:p>
          <a:p>
            <a:pPr/>
            <a:r>
              <a:t>Public transparency and feedback</a:t>
            </a:r>
          </a:p>
          <a:p>
            <a:pPr/>
            <a:r>
              <a:t>Centralized reporting and secure JWT auth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Project data input, geo-tagging and dashboards</a:t>
            </a:r>
          </a:p>
          <a:p>
            <a:pPr/>
            <a:r>
              <a:t>Python ML model (timeline, progress, budget) served via API</a:t>
            </a:r>
          </a:p>
          <a:p>
            <a:pPr/>
            <a:r>
              <a:t>Real-time updates; status indicators (on-track, delayed, completed)</a:t>
            </a:r>
          </a:p>
          <a:p>
            <a:pPr/>
            <a:r>
              <a:t>RBAC: Admin (create), Official (update), Citizen (view/flag)</a:t>
            </a:r>
          </a:p>
          <a:p>
            <a:pPr/>
            <a:r>
              <a:t>Visualization: map + filters; logs and trend graphs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Functional: tracking, delay engine, RBAC</a:t>
            </a:r>
          </a:p>
          <a:p>
            <a:pPr>
              <a:defRPr sz="1600"/>
            </a:pPr>
            <a:r>
              <a:t>• Public portal, secure auth (JWT),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Non-Functional: performance, scalability</a:t>
            </a:r>
          </a:p>
          <a:p>
            <a:pPr>
              <a:defRPr sz="1600"/>
            </a:pPr>
            <a:r>
              <a:t>• Cross-browser, security (HTTPS), accuracy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Frontend: React</a:t>
            </a:r>
          </a:p>
          <a:p>
            <a:pPr/>
            <a:r>
              <a:t>Backend: Flask API (current codebase)</a:t>
            </a:r>
          </a:p>
          <a:p>
            <a:pPr/>
            <a:r>
              <a:t>DB: SQLite (dev) / pluggable</a:t>
            </a:r>
          </a:p>
          <a:p>
            <a:pPr/>
            <a:r>
              <a:t>ML: TensorFlow/keras-based model</a:t>
            </a:r>
          </a:p>
          <a:p>
            <a:pPr/>
            <a:r>
              <a:t>Maps: Leaflet (current) / Mapbox (option)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Role-based dashboards + secure login</a:t>
            </a:r>
          </a:p>
          <a:p>
            <a:pPr/>
            <a:r>
              <a:t>Interactive project map and logs</a:t>
            </a:r>
          </a:p>
          <a:p>
            <a:pPr/>
            <a:r>
              <a:t>Delay prediction API + results</a:t>
            </a:r>
          </a:p>
          <a:p>
            <a:pPr/>
            <a:r>
              <a:t>Citizen issue reporting</a:t>
            </a:r>
          </a:p>
          <a:p>
            <a:pPr/>
            <a:r>
              <a:t>Use cases: official updates; citizen verification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Group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Data/ML: model training &amp; API</a:t>
            </a:r>
          </a:p>
          <a:p>
            <a:pPr>
              <a:defRPr sz="1600"/>
            </a:pPr>
            <a:r>
              <a:t>• Backend: auth, projects, comments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Frontend: dashboards, map, UX</a:t>
            </a:r>
          </a:p>
          <a:p>
            <a:pPr>
              <a:defRPr sz="1600"/>
            </a:pPr>
            <a:r>
              <a:t>• Docs &amp; testing: reports, PPT, QA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Gantt (Planned Milestones)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Req. Analysis → Design → ML integration</a:t>
            </a:r>
          </a:p>
          <a:p>
            <a:pPr/>
            <a:r>
              <a:t>Dashboard/Map → Testing/Docs → Submission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IEEE 2020 (IoT+ML), IJERT 2019 (GPS/Web)</a:t>
            </a:r>
          </a:p>
          <a:p>
            <a:pPr/>
            <a:r>
              <a:t>Springer 2021 (ML delays), Elsevier 2022 (Blockchain)</a:t>
            </a:r>
          </a:p>
          <a:p>
            <a:pPr/>
            <a:r>
              <a:t>Mapbox, Joblib, JWT, Node/Express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